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stage briefly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answer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Subtitle: Choosing the right tool for semantic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</a:t>
            </a:r>
          </a:p>
          <a:p>
            <a:pPr>
              <a:defRPr sz="1800"/>
            </a:pPr>
            <a:r>
              <a:t>Three options evaluated</a:t>
            </a:r>
          </a:p>
          <a:p>
            <a:pPr>
              <a:defRPr sz="1800"/>
            </a:pPr>
            <a: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pgvector</a:t>
            </a:r>
          </a:p>
          <a:p>
            <a:pPr>
              <a:defRPr sz="1800"/>
            </a:pPr>
            <a:r>
              <a:t>Runs on existing Postgres</a:t>
            </a:r>
          </a:p>
          <a:p>
            <a:pPr>
              <a:defRPr sz="1800"/>
            </a:pPr>
            <a:r>
              <a:t>Free, simple, scales to 10M vectors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