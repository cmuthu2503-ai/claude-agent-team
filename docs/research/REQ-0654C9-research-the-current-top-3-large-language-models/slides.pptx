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models have emerged as clear leaders after intense competition and price wars in early 2026. Each has distinct positioning and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shocking development is pricing — what cost $60 per million tokens in 2024 now costs under $2. This fundamentally changes AI adoption economics.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Gemini's massive context window enables processing entire repositories, full contracts, and 20+ research papers without chunking — a game-changer for document-heavy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benchmark scores have converged, human evaluators consistently prefer Claude outputs, justifying its premium pricing for quality-critical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80% of use cases, Gemini offers the best value. Reserve Claude for high-stakes work where quality justifies 7x higher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quickly — pricing is volatile and capabilities are evolving rapidly. Early adoption provides competitive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LLM landscape has stabilized around these three leaders, but implementation details matter. Ready to discuss specific use cases and deployment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3 Large Language Models: April 2026 Analysis</a:t>
            </a:r>
          </a:p>
          <a:p>
            <a:pPr>
              <a:defRPr sz="1800"/>
            </a:pPr>
            <a:r>
              <a:t>Subtitle: Versions, Context Windows, and Live Pricing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Dramatic 90% price reductions make advanced AI accessible</a:t>
            </a:r>
          </a:p>
          <a:p>
            <a:pPr>
              <a:defRPr sz="1800"/>
            </a:pPr>
            <a:r>
              <a:t>Gemini 3.1 Pro leads on price-performance at $2/$12 per million tokens</a:t>
            </a:r>
          </a:p>
          <a:p>
            <a:pPr>
              <a:defRPr sz="1800"/>
            </a:pPr>
            <a:r>
              <a:t>Claude Opus 4.6 dominates human preference despite premium pricing</a:t>
            </a:r>
          </a:p>
          <a:p>
            <a:pPr>
              <a:defRPr sz="1800"/>
            </a:pPr>
            <a:r>
              <a:t>Multi-model strategies now optimal as capabilities converge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Big Three Leaders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**Google Gemini 3.1 Pro** — Best value, 1M token context</a:t>
            </a:r>
          </a:p>
          <a:p>
            <a:pPr>
              <a:defRPr sz="1800"/>
            </a:pPr>
            <a:r>
              <a:t>**Anthropic Claude Opus 4.6** — Highest quality, premium price</a:t>
            </a:r>
          </a:p>
          <a:p>
            <a:pPr>
              <a:defRPr sz="1800"/>
            </a:pPr>
            <a:r>
              <a:t>**OpenAI GPT-5.2** — Balanced performance, ecosystem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GPT-5.2: $1.75/$14 per million (90% reduction from GPT-4 era)</a:t>
            </a:r>
          </a:p>
          <a:p>
            <a:pPr>
              <a:defRPr sz="1800"/>
            </a:pPr>
            <a:r>
              <a:t>Gemini 3.1 Pro: $2/$12 per million (7x cheaper than Claude)</a:t>
            </a:r>
          </a:p>
          <a:p>
            <a:pPr>
              <a:defRPr sz="1800"/>
            </a:pPr>
            <a:r>
              <a:t>Claude Opus 4.6: $15/$75 per million (premium for quality)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Window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**Gemini**: 1,000,000 tokens (5x advantage)</a:t>
            </a:r>
          </a:p>
          <a:p>
            <a:pPr>
              <a:defRPr sz="1800"/>
            </a:pPr>
            <a:r>
              <a:t>**Claude**: 200,000 tokens (industry standard)</a:t>
            </a:r>
          </a:p>
          <a:p>
            <a:pPr>
              <a:defRPr sz="1800"/>
            </a:pPr>
            <a:r>
              <a:t>**GPT**: 200,000 tokens (industry standard)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| Model | Benchmarks | Human Preference | Price-Performance |</a:t>
            </a:r>
          </a:p>
          <a:p>
            <a:pPr>
              <a:defRPr sz="1800"/>
            </a:pPr>
            <a:r>
              <a:t>|-------|------------|------------------|-------------------|</a:t>
            </a:r>
          </a:p>
          <a:p>
            <a:pPr>
              <a:defRPr sz="1800"/>
            </a:pPr>
            <a:r>
              <a:t>| Gemini 3.1 | 9/10 | 7/10 | 9/10 |</a:t>
            </a:r>
          </a:p>
          <a:p>
            <a:pPr>
              <a:defRPr sz="1800"/>
            </a:pPr>
            <a:r>
              <a:t>| Claude Opus | 8/10 | 10/10 | 6/10 |</a:t>
            </a:r>
          </a:p>
          <a:p>
            <a:pPr>
              <a:defRPr sz="1800"/>
            </a:pPr>
            <a:r>
              <a:t>| GPT-5.2 | 8/10 | 8/10 | 8/10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*Primary:** Gemini 3.1 Pro for most workloads</a:t>
            </a:r>
          </a:p>
          <a:p>
            <a:pPr>
              <a:defRPr sz="1800"/>
            </a:pPr>
            <a:r>
              <a:t>Best price-performance ratio</a:t>
            </a:r>
          </a:p>
          <a:p>
            <a:pPr>
              <a:defRPr sz="1800"/>
            </a:pPr>
            <a:r>
              <a:t>Massive context window advantage</a:t>
            </a:r>
          </a:p>
          <a:p>
            <a:pPr>
              <a:defRPr sz="1800"/>
            </a:pPr>
            <a:r>
              <a:t>Leading benchmark performance</a:t>
            </a:r>
          </a:p>
          <a:p>
            <a:pPr>
              <a:defRPr sz="1800"/>
            </a:pPr>
            <a:r>
              <a:t>*Exception:** Claude Opus for quality-critical tasks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**April 15**: Set up API access for all three models</a:t>
            </a:r>
          </a:p>
          <a:p>
            <a:pPr>
              <a:defRPr sz="1800"/>
            </a:pPr>
            <a:r>
              <a:t>**April 20**: Assess context window requirements</a:t>
            </a:r>
          </a:p>
          <a:p>
            <a:pPr>
              <a:defRPr sz="1800"/>
            </a:pPr>
            <a:r>
              <a:t>**April 30**: Implement multi-model routing strategy</a:t>
            </a:r>
          </a:p>
          <a:p>
            <a:pPr>
              <a:defRPr sz="1800"/>
            </a:pPr>
            <a:r>
              <a:t>**Ongoing**: Monitor pricing changes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Pilot testing with representative workloads</a:t>
            </a:r>
          </a:p>
          <a:p>
            <a:pPr>
              <a:defRPr sz="1800"/>
            </a:pPr>
            <a:r>
              <a:t>Multi-model routing implementation</a:t>
            </a:r>
          </a:p>
          <a:p>
            <a:pPr>
              <a:defRPr sz="1800"/>
            </a:pPr>
            <a:r>
              <a:t>Continuous pricing monitoring</a:t>
            </a:r>
          </a:p>
          <a:p>
            <a:pPr>
              <a:defRPr sz="1800"/>
            </a:pPr>
            <a:r>
              <a:t>Context window requirement assessment</a:t>
            </a:r>
          </a:p>
          <a:p>
            <a:pPr>
              <a:defRPr sz="18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