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— this is a 10-minute briefing aimed at helping you decide what to adopt, what to wait on, and how to pilot safely. We'll end with a concrete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economic case is no longer about answering questions faster — it's about removing whole categories of work. That's why every hyperscaler is now racing into this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framing in the report. If you only remember one thing: the market split into two tiers, and the interesting innovation is happening on the action-first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 and proactivity are what separate a 2025 chatbot from a 2026 personal agent. If a tool waits for you to open it, it's competing on yesterday's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news of the past two weeks. Both companies are racing to embed personal agents at billion-user scale, which will commoditize many features that startups currently charge $30–50/month for. That's a real timing consideration for any purchase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Lindy stands out because it goes to your tools instead of asking you to come to it. That's why every reviewer — including its competitors — ranks it at or near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Weighted across seven criteria: reasoning, action, memory, integrations, proactivity, price, and privacy. Lindy and Rahi pull ahead because the rubric now favors action over raw model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obvious-ROI category for any salaried professional. If a tool saves you even one hour a week, it pays for itself at typical knowledge-worker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default recommendation for most knowledge workers. Don't try to find one agent that does everything — pair a thinker with a doer.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default recommendation is wrong for these four audiences. Be honest about which one you are before signing up for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playbook. The decision isn't permanent — agents are cheap and switchable. The cost of NOT piloting one is much higher than the cost of trying one and dropping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State of the Market — May 2026</a:t>
            </a:r>
          </a:p>
          <a:p>
            <a:pPr>
              <a:defRPr sz="1800"/>
            </a:pPr>
            <a:r>
              <a:t>Subtitle: From chatbots that answer to agents that 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personal agents matter in 2026</a:t>
            </a:r>
          </a:p>
          <a:p>
            <a:pPr>
              <a:defRPr sz="1800"/>
            </a:pPr>
            <a:r>
              <a:t>The bifurcation: chat-first vs. action-first</a:t>
            </a:r>
          </a:p>
          <a:p>
            <a:pPr>
              <a:defRPr sz="1800"/>
            </a:pPr>
            <a:r>
              <a:t>Who's leading (and who's catching up)</a:t>
            </a:r>
          </a:p>
          <a:p>
            <a:pPr>
              <a:defRPr sz="1800"/>
            </a:pPr>
            <a:r>
              <a:t>Head-to-head comparison</a:t>
            </a:r>
          </a:p>
          <a:p>
            <a:pPr>
              <a:defRPr sz="1800"/>
            </a:pPr>
            <a:r>
              <a:t>Recommendation &amp; adoption playbook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15% of daily work decisions will be made by agentic AI in 2026 (Gartner)</a:t>
            </a:r>
          </a:p>
          <a:p>
            <a:pPr>
              <a:defRPr sz="1800"/>
            </a:pPr>
            <a:r>
              <a:t>40% of enterprise apps will ship task-specific agents — up from &lt;5% in 2025</a:t>
            </a:r>
          </a:p>
          <a:p>
            <a:pPr>
              <a:defRPr sz="1800"/>
            </a:pPr>
            <a:r>
              <a:t>Personal-agent surface = next billion-user battleground</a:t>
            </a:r>
          </a:p>
          <a:p>
            <a:pPr>
              <a:defRPr sz="1800"/>
            </a:pPr>
            <a:r>
              <a:t>The shift: "drafts a reply" → "sends the reply, books the meeting, files the expense"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 Split — Chat-First vs. Action-First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**Chat-first**: ChatGPT, Claude, Perplexity, Gemini — great reasoning, you drive</a:t>
            </a:r>
          </a:p>
          <a:p>
            <a:pPr>
              <a:defRPr sz="1800"/>
            </a:pPr>
            <a:r>
              <a:t>**Action-first**: Lindy, Rahi, Vellum, Sai, Zapier Agents — agent drives, you supervise</a:t>
            </a:r>
          </a:p>
          <a:p>
            <a:pPr>
              <a:defRPr sz="1800"/>
            </a:pPr>
            <a:r>
              <a:t>Every 2026 roundup uses this taxonomy</a:t>
            </a:r>
          </a:p>
          <a:p>
            <a:pPr>
              <a:defRPr sz="1800"/>
            </a:pPr>
            <a:r>
              <a:t>Differentiation has moved from model quality to action reliability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Rubric — Memory + Proactivity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"Does it remember you?" and "Does it reach out unprompted?"</a:t>
            </a:r>
          </a:p>
          <a:p>
            <a:pPr>
              <a:defRPr sz="1800"/>
            </a:pPr>
            <a:r>
              <a:t>Vellum, Lindy, Rahi all lead with proactive reach-outs</a:t>
            </a:r>
          </a:p>
          <a:p>
            <a:pPr>
              <a:defRPr sz="1800"/>
            </a:pPr>
            <a:r>
              <a:t>ChatGPT and Perplexity get downgraded in 2026 reviews for being passive</a:t>
            </a:r>
          </a:p>
          <a:p>
            <a:pPr>
              <a:defRPr sz="1800"/>
            </a:pPr>
            <a:r>
              <a:t>MCP (Model Context Protocol) is the de-facto integration standard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Tech Wakes Up — Remy &amp; Hatch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**Google Remy** — internal Gemini testing, May 2026; killed Project Mariner May 4</a:t>
            </a:r>
          </a:p>
          <a:p>
            <a:pPr>
              <a:defRPr sz="1800"/>
            </a:pPr>
            <a:r>
              <a:t>**Meta Hatch** — Instagram-embedded, beta by end-June 2026</a:t>
            </a:r>
          </a:p>
          <a:p>
            <a:pPr>
              <a:defRPr sz="1800"/>
            </a:pPr>
            <a:r>
              <a:t>Triggered partly by OpenClaw (viral open-source agent, ex-OpenAI engineer)</a:t>
            </a:r>
          </a:p>
          <a:p>
            <a:pPr>
              <a:defRPr sz="1800"/>
            </a:pPr>
            <a:r>
              <a:t>Public debut expected: Remy at Google I/O 2026 (late May)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Leaderboard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**Lindy** — consensus #1 independent agent (UX, no-code, lives in your tools)</a:t>
            </a:r>
          </a:p>
          <a:p>
            <a:pPr>
              <a:defRPr sz="1800"/>
            </a:pPr>
            <a:r>
              <a:t>**Claude (Pro + Cowork)** — strongest reasoning + computer-use combo</a:t>
            </a:r>
          </a:p>
          <a:p>
            <a:pPr>
              <a:defRPr sz="1800"/>
            </a:pPr>
            <a:r>
              <a:t>**ChatGPT (Plus + Agent Mode)** — best raw model; agent mode "hit-or-miss"</a:t>
            </a:r>
          </a:p>
          <a:p>
            <a:pPr>
              <a:defRPr sz="1800"/>
            </a:pPr>
            <a:r>
              <a:t>**Zapier Agents** — best for power users with existing automation</a:t>
            </a:r>
          </a:p>
          <a:p>
            <a:pPr>
              <a:defRPr sz="1800"/>
            </a:pPr>
            <a:r>
              <a:t>**Rahi, Vellum, Sai** — credible challengers on memory and computer-use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Head-to-Head Scorecard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ChatGPT Plus — 7.0/10 (great reasoning, passive)</a:t>
            </a:r>
          </a:p>
          <a:p>
            <a:pPr>
              <a:defRPr sz="1800"/>
            </a:pPr>
            <a:r>
              <a:t>Claude Pro/Cowork — 7.6/10 (strong all-rounder)</a:t>
            </a:r>
          </a:p>
          <a:p>
            <a:pPr>
              <a:defRPr sz="1800"/>
            </a:pPr>
            <a:r>
              <a:t>**Lindy — 8.4/10 (UX &amp; proactivity leader)**</a:t>
            </a:r>
          </a:p>
          <a:p>
            <a:pPr>
              <a:defRPr sz="1800"/>
            </a:pPr>
            <a:r>
              <a:t>**Rahi (Arahi AI) — 8.3/10 (memory &amp; integrations leader)**</a:t>
            </a:r>
          </a:p>
          <a:p>
            <a:pPr>
              <a:defRPr sz="1800"/>
            </a:pPr>
            <a:r>
              <a:t>Google Gemini — 6.7/10 (good if you live in Workspace; wait for Remy)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Reality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Chat-first pro tiers: ~$20/month (ChatGPT, Claude, Perplexity)</a:t>
            </a:r>
          </a:p>
          <a:p>
            <a:pPr>
              <a:defRPr sz="1800"/>
            </a:pPr>
            <a:r>
              <a:t>Action-first platforms: $30–50/month (Lindy, Zapier, Motion, Superhuman)</a:t>
            </a:r>
          </a:p>
          <a:p>
            <a:pPr>
              <a:defRPr sz="1800"/>
            </a:pPr>
            <a:r>
              <a:t>Gemini Advanced: $9.99–16.80/month (cheapest serious option)</a:t>
            </a:r>
          </a:p>
          <a:p>
            <a:pPr>
              <a:defRPr sz="1800"/>
            </a:pPr>
            <a:r>
              <a:t>DeepSeek's cost reductions pushed reasoning prices down across the board</a:t>
            </a:r>
          </a:p>
          <a:p>
            <a:pPr>
              <a:defRPr sz="1800"/>
            </a:pPr>
            <a:r>
              <a:t>Payback math: ~1 hour saved/week covers a $50/month bill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**Pair a chat-first agent with an action-first agent**</a:t>
            </a:r>
          </a:p>
          <a:p>
            <a:pPr>
              <a:defRPr sz="1800"/>
            </a:pPr>
            <a:r>
              <a:t>Suggested combo: Claude Pro ($20) + Lindy (~$50) = ~$70/month</a:t>
            </a:r>
          </a:p>
          <a:p>
            <a:pPr>
              <a:defRPr sz="1800"/>
            </a:pPr>
            <a:r>
              <a:t>Run a 30-day pilot; measure hours saved; rollback if &lt;3 hrs/week</a:t>
            </a:r>
          </a:p>
          <a:p>
            <a:pPr>
              <a:defRPr sz="1800"/>
            </a:pPr>
            <a:r>
              <a:t>Keep agents in read-only / draft mode for irreversible actions until trust is earned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NOT to Follow the Default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**All-in on Google Workspace?** Wait for Remy at Google I/O — Gemini Advanced may be enough</a:t>
            </a:r>
          </a:p>
          <a:p>
            <a:pPr>
              <a:defRPr sz="1800"/>
            </a:pPr>
            <a:r>
              <a:t>**Privacy-critical work?** Use OpenClaw (self-hosted) or Claude with strict scoping</a:t>
            </a:r>
          </a:p>
          <a:p>
            <a:pPr>
              <a:defRPr sz="1800"/>
            </a:pPr>
            <a:r>
              <a:t>**Developer / power user?** Build on Mastra, CrewAI, or LangGraph</a:t>
            </a:r>
          </a:p>
          <a:p>
            <a:pPr>
              <a:defRPr sz="1800"/>
            </a:pPr>
            <a:r>
              <a:t>**Not in pain today?** Wait 3–6 months — Remy and Hatch may commoditize this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Playbook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your top 5 weekly time-sinks; map to specialist agents</a:t>
            </a:r>
          </a:p>
          <a:p>
            <a:pPr>
              <a:defRPr sz="1800"/>
            </a:pPr>
            <a:r>
              <a:t>Pilot one paid agent for 30 days; measure recovered hours</a:t>
            </a:r>
          </a:p>
          <a:p>
            <a:pPr>
              <a:defRPr sz="1800"/>
            </a:pPr>
            <a:r>
              <a:t>Set up MCP + permission scoping from day one</a:t>
            </a:r>
          </a:p>
          <a:p>
            <a:pPr>
              <a:defRPr sz="1800"/>
            </a:pPr>
            <a:r>
              <a:t>Re-evaluate after Google I/O 2026 and Meta Hatch beta (end-June)</a:t>
            </a:r>
          </a:p>
          <a:p>
            <a:pPr>
              <a:defRPr sz="1800"/>
            </a:pPr>
            <a:r>
              <a:t>Verify pricing &amp; tier availability before committing — the market changes monthly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