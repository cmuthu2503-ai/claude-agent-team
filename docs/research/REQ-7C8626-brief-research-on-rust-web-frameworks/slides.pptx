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Rust web framework space has consolidated around five major players, each serving distinct needs rather than directly competing.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Axum has become the go-to choice for new projects due to its excellent balance of type safety, performance, and ergonomics.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Actix Web remains unmatched for scenarios requiring maximum performance and has proven itself in large-scale production environments.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remaining frameworks each fill specific niches - Rocket for speed of development, Warp for functional paradigms, and Salvo for modern protocol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Framework selection should be based on specific project needs rather than trying to find a universal "best"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While Axum serves as an excellent default, teams should evaluate their specific requirements and potentially prototype with multiple frameworks before making final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Rust web ecosystem is now mature and production-ready, with framework choice depending more on specific needs than fundamental quality differences.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Rust Web Frameworks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Subtitle: Mature Ecosystem, Diverse Choices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Framework Landscape</a:t>
            </a:r>
          </a:p>
          <a:p>
            <a:pPr>
              <a:defRPr sz="1800"/>
            </a:pPr>
            <a:r>
              <a:t>Key Players &amp; Strengths</a:t>
            </a:r>
          </a:p>
          <a:p>
            <a:pPr>
              <a:defRPr sz="1800"/>
            </a:pPr>
            <a:r>
              <a:t>Performance &amp; Use Cases</a:t>
            </a:r>
          </a:p>
          <a:p>
            <a:pPr>
              <a:defRPr sz="1800"/>
            </a:pPr>
            <a:r>
              <a:t>Selection Criteria</a:t>
            </a:r>
          </a:p>
          <a:p>
            <a:pPr>
              <a:defRPr sz="1800"/>
            </a:pPr>
            <a:r>
              <a:t>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Big Five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**Axum** - Modern default choice</a:t>
            </a:r>
          </a:p>
          <a:p>
            <a:pPr>
              <a:defRPr sz="1800"/>
            </a:pPr>
            <a:r>
              <a:t>**Actix Web** - Performance leader</a:t>
            </a:r>
          </a:p>
          <a:p>
            <a:pPr>
              <a:defRPr sz="1800"/>
            </a:pPr>
            <a:r>
              <a:t>**Rocket** - Developer productivity</a:t>
            </a:r>
          </a:p>
          <a:p>
            <a:pPr>
              <a:defRPr sz="1800"/>
            </a:pPr>
            <a:r>
              <a:t>**Warp** - Functional composition</a:t>
            </a:r>
          </a:p>
          <a:p>
            <a:pPr>
              <a:defRPr sz="1800"/>
            </a:pPr>
            <a:r>
              <a:t>**Salvo** - Cutting-edge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Axum - The Modern Default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Type-safe extractors</a:t>
            </a:r>
          </a:p>
          <a:p>
            <a:pPr>
              <a:defRPr sz="1800"/>
            </a:pPr>
            <a:r>
              <a:t>Tower ecosystem integration</a:t>
            </a:r>
          </a:p>
          <a:p>
            <a:pPr>
              <a:defRPr sz="1800"/>
            </a:pPr>
            <a:r>
              <a:t>v0.8.8 (January 2026)</a:t>
            </a:r>
          </a:p>
          <a:p>
            <a:pPr>
              <a:defRPr sz="1800"/>
            </a:pPr>
            <a:r>
              <a:t>Best for: General APIs, new projects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Actix Web - Performance Champion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Actor model architecture</a:t>
            </a:r>
          </a:p>
          <a:p>
            <a:pPr>
              <a:defRPr sz="1800"/>
            </a:pPr>
            <a:r>
              <a:t>Highest throughput benchmarks</a:t>
            </a:r>
          </a:p>
          <a:p>
            <a:pPr>
              <a:defRPr sz="1800"/>
            </a:pPr>
            <a:r>
              <a:t>v4.12.1 (November 2025)</a:t>
            </a:r>
          </a:p>
          <a:p>
            <a:pPr>
              <a:defRPr sz="1800"/>
            </a:pPr>
            <a:r>
              <a:t>Best for: High-traffic production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Framework 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**Rocket**: Rapid development &amp; prototyping</a:t>
            </a:r>
          </a:p>
          <a:p>
            <a:pPr>
              <a:defRPr sz="1800"/>
            </a:pPr>
            <a:r>
              <a:t>**Warp**: Functional programming approach</a:t>
            </a:r>
          </a:p>
          <a:p>
            <a:pPr>
              <a:defRPr sz="1800"/>
            </a:pPr>
            <a:r>
              <a:t>**Salvo**: HTTP/3 &amp; automatic TLS/ACME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Selection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requirements</a:t>
            </a:r>
          </a:p>
          <a:p>
            <a:pPr>
              <a:defRPr sz="1800"/>
            </a:pPr>
            <a:r>
              <a:t>Development speed needs</a:t>
            </a:r>
          </a:p>
          <a:p>
            <a:pPr>
              <a:defRPr sz="1800"/>
            </a:pPr>
            <a:r>
              <a:t>Team expertise &amp; preferences</a:t>
            </a:r>
          </a:p>
          <a:p>
            <a:pPr>
              <a:defRPr sz="1800"/>
            </a:pPr>
            <a:r>
              <a:t>Protocol &amp; deployment requirements</a:t>
            </a:r>
          </a:p>
          <a:p>
            <a:pPr>
              <a:defRPr sz="1800"/>
            </a:pPr>
            <a:r>
              <a:t>Ecosystem compatibility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**Start with Axum** for most projects</a:t>
            </a:r>
          </a:p>
          <a:p>
            <a:pPr>
              <a:defRPr sz="1800"/>
            </a:pPr>
            <a:r>
              <a:t>**Evaluate specific needs** for alternatives</a:t>
            </a:r>
          </a:p>
          <a:p>
            <a:pPr>
              <a:defRPr sz="1800"/>
            </a:pPr>
            <a:r>
              <a:t>**Prototype early** to validate choice</a:t>
            </a:r>
          </a:p>
          <a:p>
            <a:pPr>
              <a:defRPr sz="1800"/>
            </a:pPr>
            <a:r>
              <a:t>**Consider long-term maintenance**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Rust web frameworks have reached maturity</a:t>
            </a:r>
          </a:p>
          <a:p>
            <a:pPr>
              <a:defRPr sz="1800"/>
            </a:pPr>
            <a:r>
              <a:t>Each framework serves distinct use cases</a:t>
            </a:r>
          </a:p>
          <a:p>
            <a:pPr>
              <a:defRPr sz="1800"/>
            </a:pPr>
            <a:r>
              <a:t>Performance is excellent across all options</a:t>
            </a:r>
          </a:p>
          <a:p>
            <a:pPr>
              <a:defRPr sz="1800"/>
            </a:pPr>
            <a:r>
              <a:t>Choose based on specific requirements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