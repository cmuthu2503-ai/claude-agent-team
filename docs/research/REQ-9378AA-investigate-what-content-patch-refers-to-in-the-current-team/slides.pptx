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We're going to spend about ten minutes pinning down what "content patch" actually means on this platform, because the answer determines who picks up the ticket and where the change 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came up because the term is being used without a precise meaning. Different team members may be interpreting it differently, which creates routing and QA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small ambiguity with an outsized impact on velocity. The cost of fixing it is essentially zero; the cost of leaving it is a steady drip of misrouted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Web search returned nothing. That's expected — the platform is internal. But naming conventions across the industry are consistent enough to rule out one interpretation: it's not a code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business intent — "fix the wording" — can map to any of these three depending on where strings live in your stack. The right answer depends on the Agent Team platform's specific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C wins on every dimension. It best explains why the team uses a distinct term — because seeds ship on a different cadence than code deploys, which is exactly the kind of distinction that earns its own vocabulary.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the dominant content artifact is prompts, and prompts live in the database, you need a non-code change path. That path needs a name. "Content patch" is exactly the kind of name a team would invent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want to be clear: this is a prior, not a conclusion. We should not put it in the glossary based on this analysis alone. We confirm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definitive answer is usually one grep away. The file extensions in recent PRs labeled "content patch" will conclusively settle this in under an 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 C as the default mental model, verify within a day, and codify the result. The whole cycle should take less than an hour and permanently retire this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Happy to walk through the comparison matrix or the verification plan in more detail. The main ask is: someone with repo access runs the grep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 "Content Patch"?</a:t>
            </a:r>
          </a:p>
          <a:p>
            <a:pPr>
              <a:defRPr sz="1800"/>
            </a:pPr>
            <a:r>
              <a:t>Subtitle: Disambiguating an internal term in the Agent Team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question and why it matters</a:t>
            </a:r>
          </a:p>
          <a:p>
            <a:pPr>
              <a:defRPr sz="1800"/>
            </a:pPr>
            <a:r>
              <a:t>What we found (and didn't find)</a:t>
            </a:r>
          </a:p>
          <a:p>
            <a:pPr>
              <a:defRPr sz="1800"/>
            </a:pPr>
            <a:r>
              <a:t>Three candidate interpretations</a:t>
            </a:r>
          </a:p>
          <a:p>
            <a:pPr>
              <a:defRPr sz="1800"/>
            </a:pPr>
            <a:r>
              <a:t>Weighted comparison</a:t>
            </a:r>
          </a:p>
          <a:p>
            <a:pPr>
              <a:defRPr sz="1800"/>
            </a:pPr>
            <a:r>
              <a:t>Recommendation and verification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"Content patch" appears in tickets, PRs, and team chat</a:t>
            </a:r>
          </a:p>
          <a:p>
            <a:pPr>
              <a:defRPr sz="1800"/>
            </a:pPr>
            <a:r>
              <a:t>Three candidate meanings on the table:</a:t>
            </a:r>
          </a:p>
          <a:p>
            <a:pPr>
              <a:defRPr sz="1800"/>
            </a:pPr>
            <a:r>
              <a:t>- Backend content update</a:t>
            </a:r>
          </a:p>
          <a:p>
            <a:pPr>
              <a:defRPr sz="1800"/>
            </a:pPr>
            <a:r>
              <a:t>- Frontend copy change</a:t>
            </a:r>
          </a:p>
          <a:p>
            <a:pPr>
              <a:defRPr sz="1800"/>
            </a:pPr>
            <a:r>
              <a:t>- DB seed update</a:t>
            </a:r>
          </a:p>
          <a:p>
            <a:pPr>
              <a:defRPr sz="1800"/>
            </a:pPr>
            <a:r>
              <a:t>No shared written definition exists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Wrong interpretation → wrong file tree, wrong reviewer, wrong QA surface</a:t>
            </a:r>
          </a:p>
          <a:p>
            <a:pPr>
              <a:defRPr sz="1800"/>
            </a:pPr>
            <a:r>
              <a:t>Sprint planning misfires when scope is unclear</a:t>
            </a:r>
          </a:p>
          <a:p>
            <a:pPr>
              <a:defRPr sz="1800"/>
            </a:pPr>
            <a:r>
              <a:t>Onboarding friction for new engineers</a:t>
            </a:r>
          </a:p>
          <a:p>
            <a:pPr>
              <a:defRPr sz="1800"/>
            </a:pPr>
            <a:r>
              <a:t>One-sentence glossary fix prevents recurrence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Found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Zero public documentation for the term</a:t>
            </a:r>
          </a:p>
          <a:p>
            <a:pPr>
              <a:defRPr sz="1800"/>
            </a:pPr>
            <a:r>
              <a:t>It is internal jargon, not industry standard</a:t>
            </a:r>
          </a:p>
          <a:p>
            <a:pPr>
              <a:defRPr sz="1800"/>
            </a:pPr>
            <a:r>
              <a:t>Standard convention: "content" = non-code (copy, config, data)</a:t>
            </a:r>
          </a:p>
          <a:p>
            <a:pPr>
              <a:defRPr sz="1800"/>
            </a:pPr>
            <a:r>
              <a:t>"Patch" = small, targeted update</a:t>
            </a:r>
          </a:p>
          <a:p>
            <a:pPr>
              <a:defRPr sz="1800"/>
            </a:pPr>
            <a:r>
              <a:t>Strong inference: not a logic/code change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Three Candidates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**(A) Backend content update** — file-based prompts/configs in the repo</a:t>
            </a:r>
          </a:p>
          <a:p>
            <a:pPr>
              <a:defRPr sz="1800"/>
            </a:pPr>
            <a:r>
              <a:t>**(B) Frontend copy change** — button labels, headings, UI strings</a:t>
            </a:r>
          </a:p>
          <a:p>
            <a:pPr>
              <a:defRPr sz="1800"/>
            </a:pPr>
            <a:r>
              <a:t>**(C) DB seed / prompt-table update** — rows in a prompts or templates table</a:t>
            </a:r>
          </a:p>
          <a:p>
            <a:pPr>
              <a:defRPr sz="1800"/>
            </a:pPr>
            <a:r>
              <a:t>These are not mutually exclusive in general — only one is correct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Weighted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(A) Backend file-based content — **6.6 / 10**</a:t>
            </a:r>
          </a:p>
          <a:p>
            <a:pPr>
              <a:defRPr sz="1800"/>
            </a:pPr>
            <a:r>
              <a:t>(B) Frontend copy change — **4.6 / 10**</a:t>
            </a:r>
          </a:p>
          <a:p>
            <a:pPr>
              <a:defRPr sz="1800"/>
            </a:pPr>
            <a:r>
              <a:t>(C) DB seed / prompt-table — **8.7 / 10**</a:t>
            </a:r>
          </a:p>
          <a:p>
            <a:pPr>
              <a:defRPr sz="1800"/>
            </a:pPr>
            <a:r>
              <a:t>Scored on: domain fit, distinctness of term, frequency, ops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Option C Is the Best Prior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 platforms = prompt-driven</a:t>
            </a:r>
          </a:p>
          <a:p>
            <a:pPr>
              <a:defRPr sz="1800"/>
            </a:pPr>
            <a:r>
              <a:t>Prompts typically stored as DB rows (LangSmith, Langfuse, Vellum patterns)</a:t>
            </a:r>
          </a:p>
          <a:p>
            <a:pPr>
              <a:defRPr sz="1800"/>
            </a:pPr>
            <a:r>
              <a:t>Allows hot-reload without redeploy</a:t>
            </a:r>
          </a:p>
          <a:p>
            <a:pPr>
              <a:defRPr sz="1800"/>
            </a:pPr>
            <a:r>
              <a:t>PM/editor can ship via admin UI or seed script</a:t>
            </a:r>
          </a:p>
          <a:p>
            <a:pPr>
              <a:defRPr sz="1800"/>
            </a:pPr>
            <a:r>
              <a:t>Distinct term → distinct release cadence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But This Is a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public source confirms the meaning</a:t>
            </a:r>
          </a:p>
          <a:p>
            <a:pPr>
              <a:defRPr sz="1800"/>
            </a:pPr>
            <a:r>
              <a:t>Could legitimately be A or B in this specific codebase</a:t>
            </a:r>
          </a:p>
          <a:p>
            <a:pPr>
              <a:defRPr sz="1800"/>
            </a:pPr>
            <a:r>
              <a:t>Acting on assumption = risk</a:t>
            </a:r>
          </a:p>
          <a:p>
            <a:pPr>
              <a:defRPr sz="1800"/>
            </a:pPr>
            <a:r>
              <a:t>Verification is fast and cheap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`grep -ri "content patch"` across repo, docs, PR titles</a:t>
            </a:r>
          </a:p>
          <a:p>
            <a:pPr>
              <a:defRPr sz="1800"/>
            </a:pPr>
            <a:r>
              <a:t>Look for tell-tale dirs: `prompts/`, `seeds/`, `migrations/`, `i18n/`</a:t>
            </a:r>
          </a:p>
          <a:p>
            <a:pPr>
              <a:defRPr sz="1800"/>
            </a:pPr>
            <a:r>
              <a:t>Inspect file diffs of last 3–5 "content patch" PRs:</a:t>
            </a:r>
          </a:p>
          <a:p>
            <a:pPr>
              <a:defRPr sz="1800"/>
            </a:pPr>
            <a:r>
              <a:t>- `.sql` / seeds → **Option C**</a:t>
            </a:r>
          </a:p>
          <a:p>
            <a:pPr>
              <a:defRPr sz="1800"/>
            </a:pPr>
            <a:r>
              <a:t>- `.md` / `.yaml` in content dir → **Option A**</a:t>
            </a:r>
          </a:p>
          <a:p>
            <a:pPr>
              <a:defRPr sz="1800"/>
            </a:pPr>
            <a:r>
              <a:t>- `.tsx` / locale files → **Option B**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**Working hypothesis:** content patch = DB seed / prompt-table update</a:t>
            </a:r>
          </a:p>
          <a:p>
            <a:pPr>
              <a:defRPr sz="1800"/>
            </a:pPr>
            <a:r>
              <a:t>**Secondary:** file-based backend content update</a:t>
            </a:r>
          </a:p>
          <a:p>
            <a:pPr>
              <a:defRPr sz="1800"/>
            </a:pPr>
            <a:r>
              <a:t>**Action:** verify via repo grep before acting</a:t>
            </a:r>
          </a:p>
          <a:p>
            <a:pPr>
              <a:defRPr sz="1800"/>
            </a:pPr>
            <a:r>
              <a:t>**Then:** add one sentence to `CONTRIBUTING.md` or team glossary</a:t>
            </a:r>
          </a:p>
          <a:p>
            <a:pPr>
              <a:defRPr sz="1800"/>
            </a:pPr>
            <a:r>
              <a:t>**Outcome:** zero recurrence of this ambiguity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Working hypothesis: DB seed / prompt-table update (Option C)</a:t>
            </a:r>
          </a:p>
          <a:p>
            <a:pPr>
              <a:defRPr sz="1800"/>
            </a:pPr>
            <a:r>
              <a:t>Verify with grep + recent PR diffs</a:t>
            </a:r>
          </a:p>
          <a:p>
            <a:pPr>
              <a:defRPr sz="1800"/>
            </a:pPr>
            <a:r>
              <a:t>Codify in glossary once confirmed</a:t>
            </a:r>
          </a:p>
          <a:p>
            <a:pPr>
              <a:defRPr sz="18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