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We'll walk through the specific challenge with font scaling in LLM-generated code, present a research-backed architecture, and close with a concrete 8-week implementation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root cause is training-data bias. Most code examples on the internet don't demonstrate accessibility-first patterns, so LLMs default to fixed constraints. This means every screen the LLM generates is likely to break at larger font sizes — text truncates, elements overlap, content gets pushed off-screen.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AccessGuru research is the foundation of our approach. They proved that the combination of Axe rule-based scanning and LLM semantic analysis dramatically outperforms either approach alone. Importantly, they also showed the LLM can generate usable code fixes — not just detect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layer catches what the others miss. L1 is fast and cheap — it catches code-level problems like using dp instead of sp. L2 uses established accessibility rules at runtime. L3 is where the real magic happens — a vision-capable LLM looks at actual screenshots and identifies truncated text, overlapping elements, and other visual issues that no rule engine can detect.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a one-shot analysis. The agent iterates. It detects violations, generates a fix, then re-runs the full scan to verify the fix actually worked and didn't introduce new problems. Only improvements get surfaced in PR comments. This corrective re-prompting technique is what drove AccessGuru's 84% improvement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weighted comparison makes the case clearly. No single layer is sufficient. L1 is a great starting point — nearly free and catches 60% of issues. But font-scaling detection specifically requires the visual analysis layer. The full agent is more complex to operate, but it's the only option that actually solves the font-scaling problem comprehensively.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not building everything from scratch. Axe DevTools Mobile already has Appium CI/CD integration. Appium already supports programmatic font-scale changes. We're orchestrating existing tools and adding the LLM intelligence layer on top. The key engineering work is the orchestration and the prompt engineering for the multimodal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phased approach is deliberate. L1 ships in two weeks and immediately starts catching the most common anti-patterns in generated code. Each subsequent phase adds coverage. By week 8 we have the full Detect-Correct-Verify loop running in CI. The phases overlap because different team members own different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risks are blockers. The biggest practical concern is false positives in the early weeks. We recommend starting L2 and L3 as warning-only — not blocking merges — until the team has tuned the ignore-list and built confidence in the results. Budget-wise, for a 50-screen app at 4 scale levels, we're looking at roughly $4 per full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important slide. We don't want to over-engineer. If the team already uses a design system with accessible components, the LLM just needs to use those components correctly — and L1 static analysis can verify that. The full three-layer agent is most valuable when screens are generated dynamically and change frequently.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need two decisions to unblock the work — the Axe licensing question and LLM provider choice. Everything else can start immediately. The QA lead should begin building the violation taxonomy this week based on Deque's text-scaling documentation. Let's aim to have L1 blocking PRs within two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Accessibility Test Agent Architecture</a:t>
            </a:r>
          </a:p>
          <a:p>
            <a:pPr>
              <a:defRPr sz="1800"/>
            </a:pPr>
            <a:r>
              <a:t>Subtitle: Automating font-scaling and WCAG compliance for LLM-generated mobile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 Why LLM-generated screens fail accessibility</a:t>
            </a:r>
          </a:p>
          <a:p>
            <a:pPr>
              <a:defRPr sz="1800"/>
            </a:pPr>
            <a:r>
              <a:t>The Opportunity: What research tells us about LLM + rule-based testing</a:t>
            </a:r>
          </a:p>
          <a:p>
            <a:pPr>
              <a:defRPr sz="1800"/>
            </a:pPr>
            <a:r>
              <a:t>Three-Layer Agent Architecture</a:t>
            </a:r>
          </a:p>
          <a:p>
            <a:pPr>
              <a:defRPr sz="1800"/>
            </a:pPr>
            <a:r>
              <a:t>Detect → Correct → Verify loop</a:t>
            </a:r>
          </a:p>
          <a:p>
            <a:pPr>
              <a:defRPr sz="1800"/>
            </a:pPr>
            <a:r>
              <a:t>Component comparison and trade-offs</a:t>
            </a:r>
          </a:p>
          <a:p>
            <a:pPr>
              <a:defRPr sz="1800"/>
            </a:pPr>
            <a:r>
              <a:t>Implementation roadmap (8 weeks)</a:t>
            </a:r>
          </a:p>
          <a:p>
            <a:pPr>
              <a:defRPr sz="1800"/>
            </a:pPr>
            <a:r>
              <a:t>Costs, risks, and mitigations</a:t>
            </a:r>
          </a:p>
          <a:p>
            <a:pPr>
              <a:defRPr sz="1800"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generate code with hardcoded dimensions, fixed heights, and no font-scaling support</a:t>
            </a:r>
          </a:p>
          <a:p>
            <a:pPr>
              <a:defRPr sz="1800"/>
            </a:pPr>
            <a:r>
              <a:t>WCAG 1.4.4 requires 200% text scaling without content loss (Level AA — legally required)</a:t>
            </a:r>
          </a:p>
          <a:p>
            <a:pPr>
              <a:defRPr sz="1800"/>
            </a:pPr>
            <a:r>
              <a:t>Manual testing of 5+ scale levels × dozens of screens is unsustainable</a:t>
            </a:r>
          </a:p>
          <a:p>
            <a:pPr>
              <a:defRPr sz="1800"/>
            </a:pPr>
            <a:r>
              <a:t>Font-scaling bugs only manifest at runtime — static analysis alone can't catch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Research Tells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AccessGuru (ASSETS '25): LLM + rule engine achieves **84% violation reduction**</a:t>
            </a:r>
          </a:p>
          <a:p>
            <a:pPr>
              <a:defRPr sz="1800"/>
            </a:pPr>
            <a:r>
              <a:t>Standalone LLM prompting caps at ~50% reduction</a:t>
            </a:r>
          </a:p>
          <a:p>
            <a:pPr>
              <a:defRPr sz="1800"/>
            </a:pPr>
            <a:r>
              <a:t>LLM-generated corrections achieve 77% similarity to human developer fixes</a:t>
            </a:r>
          </a:p>
          <a:p>
            <a:pPr>
              <a:defRPr sz="1800"/>
            </a:pPr>
            <a:r>
              <a:t>Three violation categories need different tools: Syntactic → rules, Layout → rules + visual, Semantic → LLM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Three-Layer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**L1 — Static Code Analysis:** LLM linter catches anti-patterns at PR time</a:t>
            </a:r>
          </a:p>
          <a:p>
            <a:pPr>
              <a:defRPr sz="1800"/>
            </a:pPr>
            <a:r>
              <a:t>**L2 — Runtime Rule-Based Scan:** Appium + Axe DevTools Mobile at multiple font scales</a:t>
            </a:r>
          </a:p>
          <a:p>
            <a:pPr>
              <a:defRPr sz="1800"/>
            </a:pPr>
            <a:r>
              <a:t>**L3 — Visual-Semantic AI Analysis:** Multimodal LLM analyzes screenshots for layout breakage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 Loop — Detect → Correct → Verify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**Detect:** Axe scan + screenshots at 1.0×, 1.3×, 1.5×, 2.0× font scales</a:t>
            </a:r>
          </a:p>
          <a:p>
            <a:pPr>
              <a:defRPr sz="1800"/>
            </a:pPr>
            <a:r>
              <a:t>**Analyze:** Multimodal LLM reviews screenshots + view hierarchy XML</a:t>
            </a:r>
          </a:p>
          <a:p>
            <a:pPr>
              <a:defRPr sz="1800"/>
            </a:pPr>
            <a:r>
              <a:t>**Correct:** LLM generates code fixes with corrective re-prompting</a:t>
            </a:r>
          </a:p>
          <a:p>
            <a:pPr>
              <a:defRPr sz="1800"/>
            </a:pPr>
            <a:r>
              <a:t>**Verify:** Re-run scan to confirm violation score decreased; reject regressions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Agent (L1+L2+L3) scores **7.8/10** weighted across six criteria</a:t>
            </a:r>
          </a:p>
          <a:p>
            <a:pPr>
              <a:defRPr sz="1800"/>
            </a:pPr>
            <a:r>
              <a:t>L1 alone: 5.5/10 — good for code patterns, blind to runtime issues</a:t>
            </a:r>
          </a:p>
          <a:p>
            <a:pPr>
              <a:defRPr sz="1800"/>
            </a:pPr>
            <a:r>
              <a:t>L2 alone: 5.8/10 — good rules but misses semantic and visual violations</a:t>
            </a:r>
          </a:p>
          <a:p>
            <a:pPr>
              <a:defRPr sz="1800"/>
            </a:pPr>
            <a:r>
              <a:t>Font-scaling detection jumps from 3/10 (L1) to **9/10** (Full Agent)</a:t>
            </a:r>
          </a:p>
          <a:p>
            <a:pPr>
              <a:defRPr sz="1800"/>
            </a:pPr>
            <a:r>
              <a:t>Trade-off: higher pipeline complexity and API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**Static:** LLM code review + Android Lint + SwiftLint + custom rules</a:t>
            </a:r>
          </a:p>
          <a:p>
            <a:pPr>
              <a:defRPr sz="1800"/>
            </a:pPr>
            <a:r>
              <a:t>**Runtime:** Appium + Axe DevTools Mobile (AxeUiAutomator2 / AxeXCUITest)</a:t>
            </a:r>
          </a:p>
          <a:p>
            <a:pPr>
              <a:defRPr sz="1800"/>
            </a:pPr>
            <a:r>
              <a:t>**Font scaling:** ADB commands (Android) + XCUITest launch args (iOS)</a:t>
            </a:r>
          </a:p>
          <a:p>
            <a:pPr>
              <a:defRPr sz="1800"/>
            </a:pPr>
            <a:r>
              <a:t>**Visual diffing:** Percy or Applitools for baseline screenshot comparison</a:t>
            </a:r>
          </a:p>
          <a:p>
            <a:pPr>
              <a:defRPr sz="1800"/>
            </a:pPr>
            <a:r>
              <a:t>**AI analysis:** GPT-4o or Claude for multimodal screenshot reasoning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**Weeks 1–2:** L1 static code linter (immediate PR gate value)</a:t>
            </a:r>
          </a:p>
          <a:p>
            <a:pPr>
              <a:defRPr sz="1800"/>
            </a:pPr>
            <a:r>
              <a:t>**Weeks 2–4:** L2 Appium + Axe runtime scans at multiple scales</a:t>
            </a:r>
          </a:p>
          <a:p>
            <a:pPr>
              <a:defRPr sz="1800"/>
            </a:pPr>
            <a:r>
              <a:t>**Weeks 3–4:** Screenshot capture pipeline with visual diff integration</a:t>
            </a:r>
          </a:p>
          <a:p>
            <a:pPr>
              <a:defRPr sz="1800"/>
            </a:pPr>
            <a:r>
              <a:t>**Weeks 4–7:** L3 multimodal LLM analyzer + correction loop</a:t>
            </a:r>
          </a:p>
          <a:p>
            <a:pPr>
              <a:defRPr sz="1800"/>
            </a:pPr>
            <a:r>
              <a:t>**Weeks 6–8:** CI/CD gating, tuning, false-positive reduction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Costs, 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**API cost:** ~$0.02/screenshot analysis → mitigate with change detection, only scan modified screens</a:t>
            </a:r>
          </a:p>
          <a:p>
            <a:pPr>
              <a:defRPr sz="1800"/>
            </a:pPr>
            <a:r>
              <a:t>**False positives:** LLM may over-flag → human-in-the-loop initially, build training corpus</a:t>
            </a:r>
          </a:p>
          <a:p>
            <a:pPr>
              <a:defRPr sz="1800"/>
            </a:pPr>
            <a:r>
              <a:t>**iOS complexity:** Dynamic Type requires XCUITest args → use real device cloud</a:t>
            </a:r>
          </a:p>
          <a:p>
            <a:pPr>
              <a:defRPr sz="1800"/>
            </a:pPr>
            <a:r>
              <a:t>**Fix quality:** LLM corrections may break things → full test suite gate before auto-merge</a:t>
            </a:r>
          </a:p>
          <a:p>
            <a:pPr>
              <a:defRPr sz="1800"/>
            </a:pPr>
            <a:r>
              <a:t>**Latency:** 10–20 min full pipeline → parallel execution + incremental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This Approach May Not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Fewer than 2 releases/month → manual QA may suffice</a:t>
            </a:r>
          </a:p>
          <a:p>
            <a:pPr>
              <a:defRPr sz="1800"/>
            </a:pPr>
            <a:r>
              <a:t>Pre-built accessible design system → L1 alone may catch 80%+</a:t>
            </a:r>
          </a:p>
          <a:p>
            <a:pPr>
              <a:defRPr sz="1800"/>
            </a:pPr>
            <a:r>
              <a:t>Budget under $500/month → start with L1 (free) + Android Accessibility Scanner (free)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**This week:** Confirm tech stack (React Native / Flutter / native) and define violation taxonomy</a:t>
            </a:r>
          </a:p>
          <a:p>
            <a:pPr>
              <a:defRPr sz="1800"/>
            </a:pPr>
            <a:r>
              <a:t>**Week 1–2:** Platform engineer builds L1 static linter; QA begins Appium setup</a:t>
            </a:r>
          </a:p>
          <a:p>
            <a:pPr>
              <a:defRPr sz="1800"/>
            </a:pPr>
            <a:r>
              <a:t>**Week 3:** First automated font-scaling scans running in CI</a:t>
            </a:r>
          </a:p>
          <a:p>
            <a:pPr>
              <a:defRPr sz="1800"/>
            </a:pPr>
            <a:r>
              <a:t>**Decision needed:** Axe DevTools Mobile licensing, device cloud vs. local emulators</a:t>
            </a:r>
          </a:p>
          <a:p>
            <a:pPr>
              <a:defRPr sz="1800"/>
            </a:pPr>
            <a:r>
              <a:t>**Decision needed:** LLM provider selection (GPT-4o vs. Claude) based on cost and accuracy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