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LLM market has consolidated around these three major providers, each with distinct strengths and positioning.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window size directly impacts the model's ability to process large documents and maintain long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Pricing varies significantly based on model tier and use case requirements. Input/output pricing differs substantially.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model family has developed distinct competitive advantages based on training approach and optimization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Organizations should match model selection to specific use case requirements rather than adopting a single-model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rapidly evolving LLM landscape requires flexible vendor strategies and continuous evaluation of emerging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Organizations should prepare for a multi-model future where different providers excel in different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3 Large Language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Subtitle: Claude, GPT &amp; Gemini Comparison - November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Model Landscape</a:t>
            </a:r>
          </a:p>
          <a:p>
            <a:pPr>
              <a:defRPr sz="1800"/>
            </a:pPr>
            <a:r>
              <a:t>Technical Specifications</a:t>
            </a:r>
          </a:p>
          <a:p>
            <a:pPr>
              <a:defRPr sz="1800"/>
            </a:pPr>
            <a:r>
              <a:t>Pricing Analysis</a:t>
            </a:r>
          </a:p>
          <a:p>
            <a:pPr>
              <a:defRPr sz="1800"/>
            </a:pPr>
            <a:r>
              <a:t>Performance Comparison</a:t>
            </a:r>
          </a:p>
          <a:p>
            <a:pPr>
              <a:defRPr sz="1800"/>
            </a:pPr>
            <a:r>
              <a:t>Strategic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Leaders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**Anthropic Claude**: Constitutional AI, strong reasoning</a:t>
            </a:r>
          </a:p>
          <a:p>
            <a:pPr>
              <a:defRPr sz="1800"/>
            </a:pPr>
            <a:r>
              <a:t>**OpenAI GPT**: Mature ecosystem, widespread adoption</a:t>
            </a:r>
          </a:p>
          <a:p>
            <a:pPr>
              <a:defRPr sz="1800"/>
            </a:pPr>
            <a:r>
              <a:t>**Google Gemini**: Massive context windows, competitive pricing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Window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**Gemini 1.5 Pro**: 2,000,000 tokens (industry leader)</a:t>
            </a:r>
          </a:p>
          <a:p>
            <a:pPr>
              <a:defRPr sz="1800"/>
            </a:pPr>
            <a:r>
              <a:t>**Claude 3.x models**: 200,000 tokens</a:t>
            </a:r>
          </a:p>
          <a:p>
            <a:pPr>
              <a:defRPr sz="1800"/>
            </a:pPr>
            <a:r>
              <a:t>**GPT-4 models**: 128,000 tokens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*Most Affordable:**</a:t>
            </a:r>
          </a:p>
          <a:p>
            <a:pPr>
              <a:defRPr sz="1800"/>
            </a:pPr>
            <a:r>
              <a:t>Gemini Flash: $0.075/$0.30 per million tokens</a:t>
            </a:r>
          </a:p>
          <a:p>
            <a:pPr>
              <a:defRPr sz="1800"/>
            </a:pPr>
            <a:r>
              <a:t>GPT-4o Mini: $0.15/$0.60 per million tokens</a:t>
            </a:r>
          </a:p>
          <a:p>
            <a:pPr>
              <a:defRPr sz="1800"/>
            </a:pPr>
            <a:r>
              <a:t>*Premium Tier:**</a:t>
            </a:r>
          </a:p>
          <a:p>
            <a:pPr>
              <a:defRPr sz="1800"/>
            </a:pPr>
            <a:r>
              <a:t>Gemini Pro: $1.25/$5.00 per million tokens</a:t>
            </a:r>
          </a:p>
          <a:p>
            <a:pPr>
              <a:defRPr sz="1800"/>
            </a:pPr>
            <a:r>
              <a:t>Claude Sonnet: $3.00/$15.00 per million tokens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**Claude**: Superior reasoning, coding, analysis</a:t>
            </a:r>
          </a:p>
          <a:p>
            <a:pPr>
              <a:defRPr sz="1800"/>
            </a:pPr>
            <a:r>
              <a:t>**GPT**: Well-rounded, extensive integrations</a:t>
            </a:r>
          </a:p>
          <a:p>
            <a:pPr>
              <a:defRPr sz="1800"/>
            </a:pPr>
            <a:r>
              <a:t>**Gemini**: Large document processing, multimodal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**Large Documents**: Choose Gemini Pro (2M context)</a:t>
            </a:r>
          </a:p>
          <a:p>
            <a:pPr>
              <a:defRPr sz="1800"/>
            </a:pPr>
            <a:r>
              <a:t>**General Purpose**: Choose GPT-4o (ecosystem)</a:t>
            </a:r>
          </a:p>
          <a:p>
            <a:pPr>
              <a:defRPr sz="1800"/>
            </a:pPr>
            <a:r>
              <a:t>**Cost-Sensitive**: Choose Gemini Flash (best value)</a:t>
            </a:r>
          </a:p>
          <a:p>
            <a:pPr>
              <a:defRPr sz="1800"/>
            </a:pPr>
            <a:r>
              <a:t>**Complex Reasoning**: Choose Claude Sonnet (analytical strength)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 multi-model strategy</a:t>
            </a:r>
          </a:p>
          <a:p>
            <a:pPr>
              <a:defRPr sz="1800"/>
            </a:pPr>
            <a:r>
              <a:t>Conduct pilot testing</a:t>
            </a:r>
          </a:p>
          <a:p>
            <a:pPr>
              <a:defRPr sz="1800"/>
            </a:pPr>
            <a:r>
              <a:t>Consider hybrid implementations</a:t>
            </a:r>
          </a:p>
          <a:p>
            <a:pPr>
              <a:defRPr sz="1800"/>
            </a:pPr>
            <a:r>
              <a:t>Monitor market evolution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single model dominates all use cases</a:t>
            </a:r>
          </a:p>
          <a:p>
            <a:pPr>
              <a:defRPr sz="1800"/>
            </a:pPr>
            <a:r>
              <a:t>Context window and pricing are key differentiators</a:t>
            </a:r>
          </a:p>
          <a:p>
            <a:pPr>
              <a:defRPr sz="1800"/>
            </a:pPr>
            <a:r>
              <a:t>Multi-vendor approach recommended</a:t>
            </a:r>
          </a:p>
          <a:p>
            <a:pPr>
              <a:defRPr sz="1800"/>
            </a:pPr>
            <a:r>
              <a:t>Pilot testing essential before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