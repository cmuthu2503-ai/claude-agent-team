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Python framework ecosystem shows both stability and innovation, with traditional leaders improving while new solutions address specific pain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Django and Flask remain foundational choices, with significant improvements in async support addressing modern development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has revolutionized API development with its automatic documentation and type safety, making it the go-to choice for new API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 represents a paradigm shift, allowing teams to build full-stack applications without frontend JavaScript expertise.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specialized frameworks excel in their domains, offering optimized solutions for data science, ML, and high-performance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choice should align with project requirements and team expertise, with each option serving specific development scenarios optimally.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should assess whether newer frameworks offer advantages for their specific use cases and development team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diverse Python framework ecosystem provides excellent options for various needs - the key is matching frameworks to specific project requirements and team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Web Frameworks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Latest Trends and Framework Landscape Assessment</a:t>
            </a:r>
          </a:p>
          <a:p>
            <a:pPr>
              <a:defRPr sz="1800"/>
            </a:pPr>
            <a:r>
              <a:t>Subtitle: Comprehensive overview of current Python web development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Landscape Overview</a:t>
            </a:r>
          </a:p>
          <a:p>
            <a:pPr>
              <a:defRPr sz="1800"/>
            </a:pPr>
            <a:r>
              <a:t>Established Players Evolution</a:t>
            </a:r>
          </a:p>
          <a:p>
            <a:pPr>
              <a:defRPr sz="1800"/>
            </a:pPr>
            <a:r>
              <a:t>Emerging Technologies</a:t>
            </a:r>
          </a:p>
          <a:p>
            <a:pPr>
              <a:defRPr sz="1800"/>
            </a:pPr>
            <a:r>
              <a:t>Framework Categories &amp; Use Cases</a:t>
            </a:r>
          </a:p>
          <a:p>
            <a:pPr>
              <a:defRPr sz="1800"/>
            </a:pPr>
            <a:r>
              <a:t>Selection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Landscape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frameworks strengthen positions</a:t>
            </a:r>
          </a:p>
          <a:p>
            <a:pPr>
              <a:defRPr sz="1800"/>
            </a:pPr>
            <a:r>
              <a:t>Django 5.0 + Flask 3.0 enhance async capabilities</a:t>
            </a:r>
          </a:p>
          <a:p>
            <a:pPr>
              <a:defRPr sz="1800"/>
            </a:pPr>
            <a:r>
              <a:t>FastAPI dominates API development</a:t>
            </a:r>
          </a:p>
          <a:p>
            <a:pPr>
              <a:defRPr sz="1800"/>
            </a:pPr>
            <a:r>
              <a:t>Reflex introduces Python-only full-stack development</a:t>
            </a:r>
          </a:p>
          <a:p>
            <a:pPr>
              <a:defRPr sz="1800"/>
            </a:pPr>
            <a:r>
              <a:t>Specialized frameworks serve niche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Established Framework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**Django 5.0**: Enhanced async view support</a:t>
            </a:r>
          </a:p>
          <a:p>
            <a:pPr>
              <a:defRPr sz="1800"/>
            </a:pPr>
            <a:r>
              <a:t>**Flask 3.0**: Improved asynchronous capabilities</a:t>
            </a:r>
          </a:p>
          <a:p>
            <a:pPr>
              <a:defRPr sz="1800"/>
            </a:pPr>
            <a:r>
              <a:t>Strong community ecosystems continue</a:t>
            </a:r>
          </a:p>
          <a:p>
            <a:pPr>
              <a:defRPr sz="1800"/>
            </a:pPr>
            <a:r>
              <a:t>Mature tooling and extensive documentation</a:t>
            </a:r>
          </a:p>
          <a:p>
            <a:pPr>
              <a:defRPr sz="1800"/>
            </a:pPr>
            <a:r>
              <a:t>Enterprise-ready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Development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**FastAPI**: De facto standard for modern APIs</a:t>
            </a:r>
          </a:p>
          <a:p>
            <a:pPr>
              <a:defRPr sz="1800"/>
            </a:pPr>
            <a:r>
              <a:t>Automatic documentation generation</a:t>
            </a:r>
          </a:p>
          <a:p>
            <a:pPr>
              <a:defRPr sz="1800"/>
            </a:pPr>
            <a:r>
              <a:t>Built-in type validation</a:t>
            </a:r>
          </a:p>
          <a:p>
            <a:pPr>
              <a:defRPr sz="1800"/>
            </a:pPr>
            <a:r>
              <a:t>Superior performance metrics</a:t>
            </a:r>
          </a:p>
          <a:p>
            <a:pPr>
              <a:defRPr sz="1800"/>
            </a:pPr>
            <a:r>
              <a:t>Growing adoption in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Revolutionary Full-Stack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**Reflex**: Python-only full-stack framework</a:t>
            </a:r>
          </a:p>
          <a:p>
            <a:pPr>
              <a:defRPr sz="1800"/>
            </a:pPr>
            <a:r>
              <a:t>Compiles to React components</a:t>
            </a:r>
          </a:p>
          <a:p>
            <a:pPr>
              <a:defRPr sz="1800"/>
            </a:pPr>
            <a:r>
              <a:t>Eliminates JavaScript requirement</a:t>
            </a:r>
          </a:p>
          <a:p>
            <a:pPr>
              <a:defRPr sz="1800"/>
            </a:pPr>
            <a:r>
              <a:t>Maintains modern frontend experiences</a:t>
            </a:r>
          </a:p>
          <a:p>
            <a:pPr>
              <a:defRPr sz="1800"/>
            </a:pPr>
            <a:r>
              <a:t>Game-changer for Python-centric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Specialized Application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**Streamlit**: Rapid prototyping and dashboards</a:t>
            </a:r>
          </a:p>
          <a:p>
            <a:pPr>
              <a:defRPr sz="1800"/>
            </a:pPr>
            <a:r>
              <a:t>**Gradio**: ML model interfaces</a:t>
            </a:r>
          </a:p>
          <a:p>
            <a:pPr>
              <a:defRPr sz="1800"/>
            </a:pPr>
            <a:r>
              <a:t>**Tornado**: Real-time applications</a:t>
            </a:r>
          </a:p>
          <a:p>
            <a:pPr>
              <a:defRPr sz="1800"/>
            </a:pPr>
            <a:r>
              <a:t>**Sanic**: High-performance async applications</a:t>
            </a:r>
          </a:p>
          <a:p>
            <a:pPr>
              <a:defRPr sz="1800"/>
            </a:pPr>
            <a:r>
              <a:t>Purpose-built for specific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Selection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**Django**: Full-featured web applications</a:t>
            </a:r>
          </a:p>
          <a:p>
            <a:pPr>
              <a:defRPr sz="1800"/>
            </a:pPr>
            <a:r>
              <a:t>**FastAPI**: High-performance APIs</a:t>
            </a:r>
          </a:p>
          <a:p>
            <a:pPr>
              <a:defRPr sz="1800"/>
            </a:pPr>
            <a:r>
              <a:t>**Reflex**: Python-only full-stack</a:t>
            </a:r>
          </a:p>
          <a:p>
            <a:pPr>
              <a:defRPr sz="1800"/>
            </a:pPr>
            <a:r>
              <a:t>**Streamlit/Gradio**: Data and ML applications</a:t>
            </a:r>
          </a:p>
          <a:p>
            <a:pPr>
              <a:defRPr sz="1800"/>
            </a:pPr>
            <a:r>
              <a:t>**Flask**: Maximum flexibility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current framework choices against 2026 capabilities</a:t>
            </a:r>
          </a:p>
          <a:p>
            <a:pPr>
              <a:defRPr sz="1800"/>
            </a:pPr>
            <a:r>
              <a:t>Consider Reflex for JavaScript-free full-stack development</a:t>
            </a:r>
          </a:p>
          <a:p>
            <a:pPr>
              <a:defRPr sz="1800"/>
            </a:pPr>
            <a:r>
              <a:t>Adopt FastAPI for modern API architectures</a:t>
            </a:r>
          </a:p>
          <a:p>
            <a:pPr>
              <a:defRPr sz="1800"/>
            </a:pPr>
            <a:r>
              <a:t>Leverage specialized frameworks for targeted applications</a:t>
            </a:r>
          </a:p>
          <a:p>
            <a:pPr>
              <a:defRPr sz="1800"/>
            </a:pPr>
            <a:r>
              <a:t>Plan migration strategies for legacy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evaluation against project requirements</a:t>
            </a:r>
          </a:p>
          <a:p>
            <a:pPr>
              <a:defRPr sz="1800"/>
            </a:pPr>
            <a:r>
              <a:t>Team skill assessment and training needs</a:t>
            </a:r>
          </a:p>
          <a:p>
            <a:pPr>
              <a:defRPr sz="1800"/>
            </a:pPr>
            <a:r>
              <a:t>Migration planning for existing applications</a:t>
            </a:r>
          </a:p>
          <a:p>
            <a:pPr>
              <a:defRPr sz="1800"/>
            </a:pPr>
            <a:r>
              <a:t>Proof-of-concept development with new frameworks</a:t>
            </a:r>
          </a:p>
          <a:p>
            <a:pPr>
              <a:defRPr sz="1800"/>
            </a:pPr>
            <a:r>
              <a:t>Technology stack standardization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