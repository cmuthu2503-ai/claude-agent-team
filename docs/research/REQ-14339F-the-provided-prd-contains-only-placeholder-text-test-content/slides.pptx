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expectations — this is a short walkthrough of how we recover from an empty PRD without slowing the team down or inventing requirements. Should take 10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actual placeholder string. Make it concrete. Emphasize that this looks like a CMS or git template default that was committed by mistake — common, not catastrophic, but it must be fixed before build starts.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cultural point. Pausing to ask is *not* gatekeeping — it's the cheapest possible insurance against building the wrong thing. Reference Cagan/Atlassian best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design choices. Batching respects the PO's time. Structured fields force sharper answers than "please clarify." Required vs. optional means a 1-day bug fix doesn't need a market-sizing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22 questions total, but only ~10 are blocking (✱). These six sections map to the standard *why / who / what / how-we-know-it-worked / what-we-won't-do* decomposition used in every major PM framework.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the PO answers only five questions, these are the five. Out-of-scope (Q12) is the unsung hero — it prevents scope creep more reliably than any in-scope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template structure on screen if possible. The point is that the PO isn't writing a document from scratch — they're filling fields. Side-effect: we get a durable, reviewable artifact for free.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Last bullet is critical — before sending the questionnaire, always check git history / Confluence / Notion. The placeholder may be an accidental overwrite of a real draft, and you can save the PO an hour.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template is a default, not a law. Engineering judgment still applies. Three clear escape hatches keep the process from feeling rigid.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Clear owners, clear timing. No ambiguity about who does what. The version-history check is cheap and may make the whole questionnaire unnecessary.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the cultural point. This process exists to get the team building the right thing on Monday — not to slow anyone down. Questions?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Recovering an Empty PRD</a:t>
            </a:r>
          </a:p>
          <a:p>
            <a:pPr>
              <a:defRPr sz="1800"/>
            </a:pPr>
            <a:r>
              <a:t>Subtitle: A 5-minute intake to unblock the team — no guessing required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problem: a placeholder PRD</a:t>
            </a:r>
          </a:p>
          <a:p>
            <a:pPr>
              <a:defRPr sz="1800"/>
            </a:pPr>
            <a:r>
              <a:t>Why we won't guess</a:t>
            </a:r>
          </a:p>
          <a:p>
            <a:pPr>
              <a:defRPr sz="1800"/>
            </a:pPr>
            <a:r>
              <a:t>The intake approach</a:t>
            </a:r>
          </a:p>
          <a:p>
            <a:pPr>
              <a:defRPr sz="1800"/>
            </a:pPr>
            <a:r>
              <a:t>The clarifying questions (22, grouped)</a:t>
            </a:r>
          </a:p>
          <a:p>
            <a:pPr>
              <a:defRPr sz="1800"/>
            </a:pPr>
            <a:r>
              <a:t>The fill-in PRD template</a:t>
            </a:r>
          </a:p>
          <a:p>
            <a:pPr>
              <a:defRPr sz="1800"/>
            </a:pPr>
            <a:r>
              <a:t>Process &amp;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Submitted PRD contains only: *"Test content patch"*</a:t>
            </a:r>
          </a:p>
          <a:p>
            <a:pPr>
              <a:defRPr sz="1800"/>
            </a:pPr>
            <a:r>
              <a:t>Zero signal on problem, users, scope, or success</a:t>
            </a:r>
          </a:p>
          <a:p>
            <a:pPr>
              <a:defRPr sz="1800"/>
            </a:pPr>
            <a:r>
              <a:t>Acting on it = guaranteed rework</a:t>
            </a:r>
          </a:p>
          <a:p>
            <a:pPr>
              <a:defRPr sz="1800"/>
            </a:pPr>
            <a:r>
              <a:t>Title/metadata alone are not enough to reconstruct intent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We Won't Guess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Phantom requirements drift from real user needs</a:t>
            </a:r>
          </a:p>
          <a:p>
            <a:pPr>
              <a:defRPr sz="1800"/>
            </a:pPr>
            <a:r>
              <a:t>Mid-sprint scope disputes are far more expensive than a 48-hour pause</a:t>
            </a:r>
          </a:p>
          <a:p>
            <a:pPr>
              <a:defRPr sz="1800"/>
            </a:pPr>
            <a:r>
              <a:t>Engineering inventing product requirements inverts ownership</a:t>
            </a:r>
          </a:p>
          <a:p>
            <a:pPr>
              <a:defRPr sz="1800"/>
            </a:pPr>
            <a:r>
              <a:t>One round-trip with the PO beats a week of Slack archaeology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Approach — Batched, Structured Intake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One artifact, not a thread of questions</a:t>
            </a:r>
          </a:p>
          <a:p>
            <a:pPr>
              <a:defRPr sz="1800"/>
            </a:pPr>
            <a:r>
              <a:t>Structured fields, not open prose</a:t>
            </a:r>
          </a:p>
          <a:p>
            <a:pPr>
              <a:defRPr sz="1800"/>
            </a:pPr>
            <a:r>
              <a:t>Required (✱) vs. optional, sized to the feature</a:t>
            </a:r>
          </a:p>
          <a:p>
            <a:pPr>
              <a:defRPr sz="1800"/>
            </a:pPr>
            <a:r>
              <a:t>48-hour turnaround + 15-minute review call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Clarifying Questions — The Six Sections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 &amp; Context (Q1–4)</a:t>
            </a:r>
          </a:p>
          <a:p>
            <a:pPr>
              <a:defRPr sz="1800"/>
            </a:pPr>
            <a:r>
              <a:t>Users &amp; Roles (Q5–8)</a:t>
            </a:r>
          </a:p>
          <a:p>
            <a:pPr>
              <a:defRPr sz="1800"/>
            </a:pPr>
            <a:r>
              <a:t>Goals &amp; Scope (Q9–13)</a:t>
            </a:r>
          </a:p>
          <a:p>
            <a:pPr>
              <a:defRPr sz="1800"/>
            </a:pPr>
            <a:r>
              <a:t>Success Criteria &amp; Metrics (Q14–16)</a:t>
            </a:r>
          </a:p>
          <a:p>
            <a:pPr>
              <a:defRPr sz="1800"/>
            </a:pPr>
            <a:r>
              <a:t>Constraints (Q17–20)</a:t>
            </a:r>
          </a:p>
          <a:p>
            <a:pPr>
              <a:defRPr sz="1800"/>
            </a:pPr>
            <a:r>
              <a:t>Risks &amp; Open Questions (Q21–22)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Highest-Value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✱ What problem does this solve? (Q1)</a:t>
            </a:r>
          </a:p>
          <a:p>
            <a:pPr>
              <a:defRPr sz="1800"/>
            </a:pPr>
            <a:r>
              <a:t>✱ Who is the primary user — specific role, not "users"? (Q5)</a:t>
            </a:r>
          </a:p>
          <a:p>
            <a:pPr>
              <a:defRPr sz="1800"/>
            </a:pPr>
            <a:r>
              <a:t>✱ Top 1–3 outcomes? (Q9)</a:t>
            </a:r>
          </a:p>
          <a:p>
            <a:pPr>
              <a:defRPr sz="1800"/>
            </a:pPr>
            <a:r>
              <a:t>✱ What is explicitly OUT of scope? (Q12)</a:t>
            </a:r>
          </a:p>
          <a:p>
            <a:pPr>
              <a:defRPr sz="1800"/>
            </a:pPr>
            <a:r>
              <a:t>✱ How do we measure success at 30/60/90 days? (Q14)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Fill-In PRD Template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10 sections; completed form *becomes* the canonical PRD</a:t>
            </a:r>
          </a:p>
          <a:p>
            <a:pPr>
              <a:defRPr sz="1800"/>
            </a:pPr>
            <a:r>
              <a:t>Header: author, date, status, target release, squad</a:t>
            </a:r>
          </a:p>
          <a:p>
            <a:pPr>
              <a:defRPr sz="1800"/>
            </a:pPr>
            <a:r>
              <a:t>Tables for Users, Success Metrics, Risks — forces specificity</a:t>
            </a:r>
          </a:p>
          <a:p>
            <a:pPr>
              <a:defRPr sz="1800"/>
            </a:pPr>
            <a:r>
              <a:t>Approval checklist (PO, Eng, Design, Security/Legal)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&amp; Mitigations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"Feels bureaucratic" → frame as 5-min form, pre-fill what you can</a:t>
            </a:r>
          </a:p>
          <a:p>
            <a:pPr>
              <a:defRPr sz="1800"/>
            </a:pPr>
            <a:r>
              <a:t>"Too heavy for small work" → ✱ vs. optional fields</a:t>
            </a:r>
          </a:p>
          <a:p>
            <a:pPr>
              <a:defRPr sz="1800"/>
            </a:pPr>
            <a:r>
              <a:t>"Replaces conversation" → schedule the 15-min review call</a:t>
            </a:r>
          </a:p>
          <a:p>
            <a:pPr>
              <a:defRPr sz="1800"/>
            </a:pPr>
            <a:r>
              <a:t>"Real PRD exists elsewhere" → check version history first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NOT to Use This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Trivial copy change or 1-line config tweak → Slack the PO instead</a:t>
            </a:r>
          </a:p>
          <a:p>
            <a:pPr>
              <a:defRPr sz="1800"/>
            </a:pPr>
            <a:r>
              <a:t>Contractual hard deadline + PO unavailable → escalate to delegate</a:t>
            </a:r>
          </a:p>
          <a:p>
            <a:pPr>
              <a:defRPr sz="1800"/>
            </a:pPr>
            <a:r>
              <a:t>Large/strategic feature with many unknowns → upgrade to a discovery workshop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 &amp; Owners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**Today** — Research/PM lead sends Deliverable A + B to PO (CC eng lead)</a:t>
            </a:r>
          </a:p>
          <a:p>
            <a:pPr>
              <a:defRPr sz="1800"/>
            </a:pPr>
            <a:r>
              <a:t>**Today** — Eng lead moves ticket to *Blocked: Awaiting PRD*</a:t>
            </a:r>
          </a:p>
          <a:p>
            <a:pPr>
              <a:defRPr sz="1800"/>
            </a:pPr>
            <a:r>
              <a:t>**Today** — Eng lead checks version history for a recoverable prior draft</a:t>
            </a:r>
          </a:p>
          <a:p>
            <a:pPr>
              <a:defRPr sz="1800"/>
            </a:pPr>
            <a:r>
              <a:t>**Within 2 days** — PO returns completed template</a:t>
            </a:r>
          </a:p>
          <a:p>
            <a:pPr>
              <a:defRPr sz="1800"/>
            </a:pPr>
            <a:r>
              <a:t>**On return** — 15-min review call to pressure-test weak answers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placeholder PRD is recoverable in one round-trip, not a week</a:t>
            </a:r>
          </a:p>
          <a:p>
            <a:pPr>
              <a:defRPr sz="1800"/>
            </a:pPr>
            <a:r>
              <a:t>Don't guess — ask, in a structured form</a:t>
            </a:r>
          </a:p>
          <a:p>
            <a:pPr>
              <a:defRPr sz="1800"/>
            </a:pPr>
            <a:r>
              <a:t>The completed template *is* the PRD</a:t>
            </a:r>
          </a:p>
          <a:p>
            <a:pPr>
              <a:defRPr sz="1800"/>
            </a:pPr>
            <a:r>
              <a:t>Frame it as enabling, not gatekeeping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